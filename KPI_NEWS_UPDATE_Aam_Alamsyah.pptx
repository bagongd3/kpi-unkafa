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566680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D" sz="2800" dirty="0">
                <a:solidFill>
                  <a:srgbClr val="FFFFFF"/>
                </a:solidFill>
              </a:rPr>
              <a:t>Perkembangan Media Digital </a:t>
            </a:r>
          </a:p>
          <a:p>
            <a:pPr algn="ctr"/>
            <a:r>
              <a:rPr lang="en-ID" sz="2800" dirty="0">
                <a:solidFill>
                  <a:srgbClr val="FFFFFF"/>
                </a:solidFill>
              </a:rPr>
              <a:t>dan Tantangan Jurnalisme Mahasiswa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715" y="5295900"/>
            <a:ext cx="390972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>
              <a:solidFill>
                <a:srgbClr val="FFFFFF"/>
              </a:solidFill>
            </a:endParaRPr>
          </a:p>
          <a:p>
            <a:r>
              <a:rPr sz="2000" dirty="0">
                <a:solidFill>
                  <a:srgbClr val="FFFFFF"/>
                </a:solidFill>
              </a:rPr>
              <a:t>Aam </a:t>
            </a:r>
            <a:r>
              <a:rPr sz="2000" dirty="0" err="1">
                <a:solidFill>
                  <a:srgbClr val="FFFFFF"/>
                </a:solidFill>
              </a:rPr>
              <a:t>Alamsyah</a:t>
            </a:r>
            <a:endParaRPr sz="2000" dirty="0">
              <a:solidFill>
                <a:srgbClr val="FFFFFF"/>
              </a:solidFill>
            </a:endParaRPr>
          </a:p>
          <a:p>
            <a:r>
              <a:rPr sz="2000" dirty="0">
                <a:solidFill>
                  <a:srgbClr val="FFFFFF"/>
                </a:solidFill>
              </a:rPr>
              <a:t>Redaktur Pelaksana GresikSatu.com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C267DA-9952-426D-5FA8-F1A0577C6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15" y="1411307"/>
            <a:ext cx="5887509" cy="39250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52747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CC00"/>
                </a:solidFill>
              </a:rPr>
              <a:t>Baca berita bukan dari sumbernya</a:t>
            </a:r>
            <a:endParaRPr sz="2800" b="1" dirty="0">
              <a:solidFill>
                <a:srgbClr val="FFCC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67080"/>
            <a:ext cx="501631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• Siapa yang hari ini lihat berita dari </a:t>
            </a:r>
            <a:r>
              <a:rPr lang="en-US" sz="2000" dirty="0" err="1">
                <a:solidFill>
                  <a:srgbClr val="FFFFFF"/>
                </a:solidFill>
              </a:rPr>
              <a:t>medsos</a:t>
            </a:r>
            <a:r>
              <a:rPr sz="2000" dirty="0">
                <a:solidFill>
                  <a:srgbClr val="FFFFFF"/>
                </a:solidFill>
              </a:rPr>
              <a:t>?</a:t>
            </a:r>
          </a:p>
          <a:p>
            <a:r>
              <a:rPr sz="2000" dirty="0">
                <a:solidFill>
                  <a:srgbClr val="FFFFFF"/>
                </a:solidFill>
              </a:rPr>
              <a:t>• Masih ada yang rutin buka portal berita?</a:t>
            </a:r>
          </a:p>
          <a:p>
            <a:r>
              <a:rPr sz="2000" dirty="0">
                <a:solidFill>
                  <a:srgbClr val="FFFFFF"/>
                </a:solidFill>
              </a:rPr>
              <a:t>• Pernah share informasi ternyata </a:t>
            </a:r>
            <a:r>
              <a:rPr sz="2000" dirty="0" err="1">
                <a:solidFill>
                  <a:srgbClr val="FFFFFF"/>
                </a:solidFill>
              </a:rPr>
              <a:t>hoaks</a:t>
            </a:r>
            <a:r>
              <a:rPr sz="2000" dirty="0">
                <a:solidFill>
                  <a:srgbClr val="FFFFFF"/>
                </a:solidFill>
              </a:rPr>
              <a:t>?</a:t>
            </a:r>
          </a:p>
          <a:p>
            <a:r>
              <a:rPr sz="2000" dirty="0">
                <a:solidFill>
                  <a:srgbClr val="FFFFFF"/>
                </a:solidFill>
              </a:rPr>
              <a:t>• Lebih percaya media atau influencer?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4A82F9-000F-1FED-83AC-72BDC8D5D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75" y="2571750"/>
            <a:ext cx="611505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9952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FFC000"/>
                </a:solidFill>
              </a:rPr>
              <a:t>Perkembangan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 err="1">
                <a:solidFill>
                  <a:srgbClr val="FFC000"/>
                </a:solidFill>
              </a:rPr>
              <a:t>Jurnalisme</a:t>
            </a:r>
            <a:endParaRPr sz="2800" b="1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240328" cy="47089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Era </a:t>
            </a:r>
            <a:r>
              <a:rPr lang="en-US" sz="2000" b="1" dirty="0" smtClean="0">
                <a:solidFill>
                  <a:schemeClr val="bg1"/>
                </a:solidFill>
              </a:rPr>
              <a:t>1.0</a:t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Media </a:t>
            </a:r>
            <a:r>
              <a:rPr lang="en-US" sz="2000" dirty="0" err="1">
                <a:solidFill>
                  <a:schemeClr val="bg1"/>
                </a:solidFill>
              </a:rPr>
              <a:t>cetak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Era 2.0</a:t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Radio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televise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Era </a:t>
            </a:r>
            <a:r>
              <a:rPr lang="en-US" sz="2000" b="1" dirty="0" smtClean="0">
                <a:solidFill>
                  <a:schemeClr val="bg1"/>
                </a:solidFill>
              </a:rPr>
              <a:t>3.0</a:t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Media </a:t>
            </a:r>
            <a:r>
              <a:rPr lang="en-US" sz="2000" dirty="0">
                <a:solidFill>
                  <a:schemeClr val="bg1"/>
                </a:solidFill>
              </a:rPr>
              <a:t>online</a:t>
            </a:r>
          </a:p>
          <a:p>
            <a:endParaRPr lang="en-US" sz="2000" b="1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Era 4.0</a:t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Media </a:t>
            </a:r>
            <a:r>
              <a:rPr lang="en-US" sz="2000" dirty="0" err="1">
                <a:solidFill>
                  <a:schemeClr val="bg1"/>
                </a:solidFill>
              </a:rPr>
              <a:t>sosial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mobile </a:t>
            </a:r>
            <a:r>
              <a:rPr lang="en-US" sz="2000" dirty="0" smtClean="0">
                <a:solidFill>
                  <a:schemeClr val="bg1"/>
                </a:solidFill>
              </a:rPr>
              <a:t>journalism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Era 5.0</a:t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AI </a:t>
            </a:r>
            <a:r>
              <a:rPr lang="en-US" sz="2000" dirty="0">
                <a:solidFill>
                  <a:schemeClr val="bg1"/>
                </a:solidFill>
              </a:rPr>
              <a:t>Journalism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Automated News</a:t>
            </a:r>
          </a:p>
          <a:p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3620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Tantangan</a:t>
            </a:r>
            <a:r>
              <a:rPr lang="en-US" sz="2800" b="1" dirty="0">
                <a:solidFill>
                  <a:srgbClr val="FFC000"/>
                </a:solidFill>
              </a:rPr>
              <a:t> </a:t>
            </a:r>
            <a:r>
              <a:rPr lang="en-US" sz="2800" b="1" dirty="0" err="1">
                <a:solidFill>
                  <a:srgbClr val="FFC000"/>
                </a:solidFill>
              </a:rPr>
              <a:t>Jurnalisme</a:t>
            </a:r>
            <a:r>
              <a:rPr lang="en-US" sz="2800" b="1" dirty="0">
                <a:solidFill>
                  <a:srgbClr val="FFC000"/>
                </a:solidFill>
              </a:rPr>
              <a:t> Era AI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608185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chemeClr val="bg1"/>
                </a:solidFill>
              </a:rPr>
              <a:t>Misinformasi</a:t>
            </a: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AI </a:t>
            </a:r>
            <a:r>
              <a:rPr lang="en-US" sz="2000" dirty="0" err="1">
                <a:solidFill>
                  <a:schemeClr val="bg1"/>
                </a:solidFill>
              </a:rPr>
              <a:t>dapat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menghasilkan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informasi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palsu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chemeClr val="bg1"/>
                </a:solidFill>
              </a:rPr>
              <a:t>Deepfake</a:t>
            </a: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Video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audio </a:t>
            </a:r>
            <a:r>
              <a:rPr lang="en-US" sz="2000" dirty="0" err="1">
                <a:solidFill>
                  <a:schemeClr val="bg1"/>
                </a:solidFill>
              </a:rPr>
              <a:t>dapat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dimanipulasi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Bias </a:t>
            </a:r>
            <a:r>
              <a:rPr lang="en-US" sz="2000" b="1" dirty="0" err="1" smtClean="0">
                <a:solidFill>
                  <a:schemeClr val="bg1"/>
                </a:solidFill>
              </a:rPr>
              <a:t>Algoritma</a:t>
            </a: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AI </a:t>
            </a:r>
            <a:r>
              <a:rPr lang="en-US" sz="2000" dirty="0" err="1">
                <a:solidFill>
                  <a:schemeClr val="bg1"/>
                </a:solidFill>
              </a:rPr>
              <a:t>dapat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mewarisi</a:t>
            </a:r>
            <a:r>
              <a:rPr lang="en-US" sz="2000" dirty="0">
                <a:solidFill>
                  <a:schemeClr val="bg1"/>
                </a:solidFill>
              </a:rPr>
              <a:t> bias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</a:rPr>
              <a:t>Hilangnya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Kepercayaan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Publik</a:t>
            </a:r>
            <a:r>
              <a:rPr lang="en-US" sz="2000" b="1" dirty="0" smtClean="0">
                <a:solidFill>
                  <a:schemeClr val="bg1"/>
                </a:solidFill>
              </a:rPr>
              <a:t/>
            </a:r>
            <a:br>
              <a:rPr lang="en-US" sz="2000" b="1" dirty="0" smtClean="0">
                <a:solidFill>
                  <a:schemeClr val="bg1"/>
                </a:solidFill>
              </a:rPr>
            </a:br>
            <a:r>
              <a:rPr lang="en-US" sz="2000" dirty="0" err="1" smtClean="0">
                <a:solidFill>
                  <a:schemeClr val="bg1"/>
                </a:solidFill>
              </a:rPr>
              <a:t>Jika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media </a:t>
            </a:r>
            <a:r>
              <a:rPr lang="en-US" sz="2000" dirty="0" err="1">
                <a:solidFill>
                  <a:schemeClr val="bg1"/>
                </a:solidFill>
              </a:rPr>
              <a:t>tidak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transparan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5096" y="4188402"/>
            <a:ext cx="7974504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Tidak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Selalu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Benar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Fenomena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/>
            </a:r>
            <a:b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 Hallucination</a:t>
            </a:r>
            <a:r>
              <a:rPr lang="en-US" altLang="en-US" sz="1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dapat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menghasilkan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informasi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tampak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meyakinkan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tetapi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sebenarnya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salah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Karena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"Verify First, Publish Later“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tetap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menjadi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prinsip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utama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jurnalistik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071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C00"/>
                </a:solidFill>
              </a:rPr>
              <a:t>Siapa yang Menguasai Perhatian Publik?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• TikTok</a:t>
            </a:r>
          </a:p>
          <a:p>
            <a:r>
              <a:rPr sz="2000">
                <a:solidFill>
                  <a:srgbClr val="FFFFFF"/>
                </a:solidFill>
              </a:rPr>
              <a:t>• Instagram Reels</a:t>
            </a:r>
          </a:p>
          <a:p>
            <a:r>
              <a:rPr sz="2000">
                <a:solidFill>
                  <a:srgbClr val="FFFFFF"/>
                </a:solidFill>
              </a:rPr>
              <a:t>• YouTube Shorts</a:t>
            </a:r>
          </a:p>
          <a:p>
            <a:r>
              <a:rPr sz="2000">
                <a:solidFill>
                  <a:srgbClr val="FFFFFF"/>
                </a:solidFill>
              </a:rPr>
              <a:t>• X/Twitter</a:t>
            </a:r>
          </a:p>
          <a:p>
            <a:r>
              <a:rPr sz="2000">
                <a:solidFill>
                  <a:srgbClr val="FFFFFF"/>
                </a:solidFill>
              </a:rPr>
              <a:t>• Portal berita online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5299710"/>
            <a:ext cx="2103120" cy="1183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45859D-E143-2B5C-C100-E54B64BE6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800" y="1031780"/>
            <a:ext cx="3969120" cy="5721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C00"/>
                </a:solidFill>
              </a:rPr>
              <a:t>Tantangan Besar Media Saat 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• Hoaks</a:t>
            </a:r>
          </a:p>
          <a:p>
            <a:r>
              <a:rPr sz="2000">
                <a:solidFill>
                  <a:srgbClr val="FFFFFF"/>
                </a:solidFill>
              </a:rPr>
              <a:t>• Clickbait</a:t>
            </a:r>
          </a:p>
          <a:p>
            <a:r>
              <a:rPr sz="2000">
                <a:solidFill>
                  <a:srgbClr val="FFFFFF"/>
                </a:solidFill>
              </a:rPr>
              <a:t>• Framing</a:t>
            </a:r>
          </a:p>
          <a:p>
            <a:r>
              <a:rPr sz="2000">
                <a:solidFill>
                  <a:srgbClr val="FFFFFF"/>
                </a:solidFill>
              </a:rPr>
              <a:t>• Edit video tanpa konteks</a:t>
            </a:r>
          </a:p>
          <a:p>
            <a:r>
              <a:rPr sz="2000">
                <a:solidFill>
                  <a:srgbClr val="FFFFFF"/>
                </a:solidFill>
              </a:rPr>
              <a:t>• AI dan manipulasi informasi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C00"/>
                </a:solidFill>
              </a:rPr>
              <a:t>Peran Mahasiswa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68705"/>
            <a:ext cx="3699090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Mahasiswa KPI hari ini harus bisa:</a:t>
            </a:r>
          </a:p>
          <a:p>
            <a:r>
              <a:rPr sz="2000" dirty="0">
                <a:solidFill>
                  <a:srgbClr val="FFFFFF"/>
                </a:solidFill>
              </a:rPr>
              <a:t>• </a:t>
            </a:r>
            <a:r>
              <a:rPr lang="en-US" sz="2000" dirty="0">
                <a:solidFill>
                  <a:srgbClr val="FFFFFF"/>
                </a:solidFill>
              </a:rPr>
              <a:t>Belajar </a:t>
            </a:r>
            <a:r>
              <a:rPr sz="2000" dirty="0">
                <a:solidFill>
                  <a:srgbClr val="FFFFFF"/>
                </a:solidFill>
              </a:rPr>
              <a:t>Menulis berita</a:t>
            </a:r>
          </a:p>
          <a:p>
            <a:r>
              <a:rPr sz="2000" dirty="0">
                <a:solidFill>
                  <a:srgbClr val="FFFFFF"/>
                </a:solidFill>
              </a:rPr>
              <a:t>• </a:t>
            </a:r>
            <a:r>
              <a:rPr lang="en-US" sz="2000" dirty="0">
                <a:solidFill>
                  <a:srgbClr val="FFFFFF"/>
                </a:solidFill>
              </a:rPr>
              <a:t>Belajar </a:t>
            </a:r>
            <a:r>
              <a:rPr sz="2000" dirty="0">
                <a:solidFill>
                  <a:srgbClr val="FFFFFF"/>
                </a:solidFill>
              </a:rPr>
              <a:t>Membuat video</a:t>
            </a:r>
          </a:p>
          <a:p>
            <a:r>
              <a:rPr sz="2000" dirty="0">
                <a:solidFill>
                  <a:srgbClr val="FFFFFF"/>
                </a:solidFill>
              </a:rPr>
              <a:t>• </a:t>
            </a:r>
            <a:r>
              <a:rPr lang="en-US" sz="2000" dirty="0">
                <a:solidFill>
                  <a:srgbClr val="FFFFFF"/>
                </a:solidFill>
              </a:rPr>
              <a:t>Belajar </a:t>
            </a:r>
            <a:r>
              <a:rPr sz="2000" dirty="0">
                <a:solidFill>
                  <a:srgbClr val="FFFFFF"/>
                </a:solidFill>
              </a:rPr>
              <a:t>Editing konten</a:t>
            </a:r>
          </a:p>
          <a:p>
            <a:r>
              <a:rPr sz="2000" dirty="0">
                <a:solidFill>
                  <a:srgbClr val="FFFFFF"/>
                </a:solidFill>
              </a:rPr>
              <a:t>• </a:t>
            </a:r>
            <a:r>
              <a:rPr lang="en-US" sz="2000" dirty="0" err="1">
                <a:solidFill>
                  <a:srgbClr val="FFFFFF"/>
                </a:solidFill>
              </a:rPr>
              <a:t>Be;ajar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Public speaking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3C1DEC-EF34-B78D-A247-015E69E60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5575"/>
            <a:ext cx="6243638" cy="4162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C00"/>
                </a:solidFill>
              </a:rPr>
              <a:t>Skill yang Dibutuhkan Industri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Hard Skill:</a:t>
            </a:r>
          </a:p>
          <a:p>
            <a:r>
              <a:rPr sz="2000">
                <a:solidFill>
                  <a:srgbClr val="FFFFFF"/>
                </a:solidFill>
              </a:rPr>
              <a:t>• Jurnalistik digital</a:t>
            </a:r>
          </a:p>
          <a:p>
            <a:r>
              <a:rPr sz="2000">
                <a:solidFill>
                  <a:srgbClr val="FFFFFF"/>
                </a:solidFill>
              </a:rPr>
              <a:t>• Editing video</a:t>
            </a:r>
          </a:p>
          <a:p>
            <a:r>
              <a:rPr sz="2000">
                <a:solidFill>
                  <a:srgbClr val="FFFFFF"/>
                </a:solidFill>
              </a:rPr>
              <a:t>• SEO dasar</a:t>
            </a:r>
          </a:p>
          <a:p>
            <a:endParaRPr sz="2000">
              <a:solidFill>
                <a:srgbClr val="FFFFFF"/>
              </a:solidFill>
            </a:endParaRPr>
          </a:p>
          <a:p>
            <a:r>
              <a:rPr sz="2000">
                <a:solidFill>
                  <a:srgbClr val="FFFFFF"/>
                </a:solidFill>
              </a:rPr>
              <a:t>Soft Skill:</a:t>
            </a:r>
          </a:p>
          <a:p>
            <a:r>
              <a:rPr sz="2000">
                <a:solidFill>
                  <a:srgbClr val="FFFFFF"/>
                </a:solidFill>
              </a:rPr>
              <a:t>• Komunikasi</a:t>
            </a:r>
          </a:p>
          <a:p>
            <a:r>
              <a:rPr sz="2000">
                <a:solidFill>
                  <a:srgbClr val="FFFFFF"/>
                </a:solidFill>
              </a:rPr>
              <a:t>• Teamwork</a:t>
            </a:r>
          </a:p>
          <a:p>
            <a:r>
              <a:rPr sz="2000">
                <a:solidFill>
                  <a:srgbClr val="FFFFFF"/>
                </a:solidFill>
              </a:rPr>
              <a:t>• Critical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0705" y="1047749"/>
            <a:ext cx="9342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FFCC00"/>
                </a:solidFill>
              </a:rPr>
              <a:t>Realita di Dunia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8793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• Deadline mendadak</a:t>
            </a:r>
          </a:p>
          <a:p>
            <a:r>
              <a:rPr sz="2000" dirty="0">
                <a:solidFill>
                  <a:srgbClr val="FFFFFF"/>
                </a:solidFill>
              </a:rPr>
              <a:t>• Liputan cepat</a:t>
            </a:r>
          </a:p>
          <a:p>
            <a:r>
              <a:rPr sz="2000" dirty="0">
                <a:solidFill>
                  <a:srgbClr val="FFFFFF"/>
                </a:solidFill>
              </a:rPr>
              <a:t>• Revisi berita</a:t>
            </a:r>
          </a:p>
          <a:p>
            <a:r>
              <a:rPr sz="2000" dirty="0">
                <a:solidFill>
                  <a:srgbClr val="FFFFFF"/>
                </a:solidFill>
              </a:rPr>
              <a:t>• Tekanan viral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D697D5-F173-94C7-D50E-5352CD22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165" y="2224405"/>
            <a:ext cx="6964680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C00"/>
                </a:solidFill>
              </a:rPr>
              <a:t>Peluang Karier Mahasiswa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• Jurnalis</a:t>
            </a:r>
          </a:p>
          <a:p>
            <a:r>
              <a:rPr sz="2000" dirty="0">
                <a:solidFill>
                  <a:srgbClr val="FFFFFF"/>
                </a:solidFill>
              </a:rPr>
              <a:t>• Presenter</a:t>
            </a:r>
          </a:p>
          <a:p>
            <a:r>
              <a:rPr sz="2000" dirty="0">
                <a:solidFill>
                  <a:srgbClr val="FFFFFF"/>
                </a:solidFill>
              </a:rPr>
              <a:t>• Content Creator</a:t>
            </a:r>
          </a:p>
          <a:p>
            <a:r>
              <a:rPr sz="2000" dirty="0">
                <a:solidFill>
                  <a:srgbClr val="FFFFFF"/>
                </a:solidFill>
              </a:rPr>
              <a:t>• Video Editor</a:t>
            </a:r>
          </a:p>
          <a:p>
            <a:r>
              <a:rPr sz="2000" dirty="0">
                <a:solidFill>
                  <a:srgbClr val="FFFFFF"/>
                </a:solidFill>
              </a:rPr>
              <a:t>• Digital Strategist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C00"/>
                </a:solidFill>
              </a:rPr>
              <a:t>Tips Memulai dari Sekarang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• Aktif organisasi</a:t>
            </a:r>
          </a:p>
          <a:p>
            <a:r>
              <a:rPr sz="2000">
                <a:solidFill>
                  <a:srgbClr val="FFFFFF"/>
                </a:solidFill>
              </a:rPr>
              <a:t>• Bikin konten sendiri</a:t>
            </a:r>
          </a:p>
          <a:p>
            <a:r>
              <a:rPr sz="2000">
                <a:solidFill>
                  <a:srgbClr val="FFFFFF"/>
                </a:solidFill>
              </a:rPr>
              <a:t>• Latihan menulis</a:t>
            </a:r>
          </a:p>
          <a:p>
            <a:r>
              <a:rPr sz="2000">
                <a:solidFill>
                  <a:srgbClr val="FFFFFF"/>
                </a:solidFill>
              </a:rPr>
              <a:t>• Magang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C00"/>
                </a:solidFill>
              </a:rP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Diskusi &amp; Tanya Jawab</a:t>
            </a:r>
          </a:p>
          <a:p>
            <a:endParaRPr sz="2000">
              <a:solidFill>
                <a:srgbClr val="FFFFFF"/>
              </a:solidFill>
            </a:endParaRPr>
          </a:p>
          <a:p>
            <a:r>
              <a:rPr sz="2000">
                <a:solidFill>
                  <a:srgbClr val="FFFFFF"/>
                </a:solidFill>
              </a:rPr>
              <a:t>Aam Alamsyah</a:t>
            </a:r>
          </a:p>
          <a:p>
            <a:r>
              <a:rPr sz="2000">
                <a:solidFill>
                  <a:srgbClr val="FFFFFF"/>
                </a:solidFill>
              </a:rPr>
              <a:t>Redaktur Pelaksana GresikSatu.com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1188720" cy="685800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00398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303520"/>
            <a:ext cx="2103120" cy="1183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317</Words>
  <Application>Microsoft Office PowerPoint</Application>
  <PresentationFormat>On-screen Show (4:3)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PT SIGI</cp:lastModifiedBy>
  <cp:revision>3</cp:revision>
  <dcterms:created xsi:type="dcterms:W3CDTF">2013-01-27T09:14:16Z</dcterms:created>
  <dcterms:modified xsi:type="dcterms:W3CDTF">2026-06-08T04:21:02Z</dcterms:modified>
  <cp:category/>
</cp:coreProperties>
</file>